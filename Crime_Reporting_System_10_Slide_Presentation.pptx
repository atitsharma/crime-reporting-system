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4B87"/>
                </a:solidFill>
                <a:latin typeface="Aptos"/>
              </a:defRPr>
            </a:pPr>
            <a:r>
              <a:t>CRIME REPORTING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527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Project Presentation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Presented by: Atit Sharma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TU Reg. No.: 6-2-921-04-2021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Morgan International College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Under the supervision of Arun Sharma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4B87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527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Web-based platform for reporting criminal cases through the internet.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Reduces the need to physically visit a police station.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Supports complaint reporting, investigation, and case tracking.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Three main interfaces: User, Admin, and Police.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4B87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527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94B87"/>
                </a:solidFill>
                <a:latin typeface="Aptos"/>
              </a:defRPr>
            </a:pPr>
            <a:r>
              <a:t>Problem Statement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• Traditional reporting is paper-based and time-consuming.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• Reporting requires physical access to police stations.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• Victims may face difficulties getting reports accepted.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</a:p>
          <a:p>
            <a:pPr>
              <a:spcAft>
                <a:spcPts val="800"/>
              </a:spcAft>
              <a:defRPr sz="2100" b="1">
                <a:solidFill>
                  <a:srgbClr val="194B87"/>
                </a:solidFill>
                <a:latin typeface="Aptos"/>
              </a:defRPr>
            </a:pPr>
            <a:r>
              <a:t>Objectives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• Develop an online crime reporting platform.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• Reduce time, paper, cost, and resources.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• Provide secure and continuous access to reporting.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4B87"/>
                </a:solidFill>
                <a:latin typeface="Aptos"/>
              </a:defRPr>
            </a:pPr>
            <a:r>
              <a:t>SCOPE &amp; MAJOR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527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• User registration and login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• Online crime complaint submission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• Complaint status tracking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• Police and admin complaint management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• Crime categories and report history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• Status: Pending / Investigating / Action Taken / Closed / Rejected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• Access control and timestamp tracking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• Backup and restore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4B87"/>
                </a:solidFill>
                <a:latin typeface="Aptos"/>
              </a:defRPr>
            </a:pPr>
            <a:r>
              <a:t>TECHNOLOGY &amp;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527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Frontend: HTML, CSS, JavaScript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Backend: Python, Django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Database: PostgreSQL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Tools: VS Code, Draw.io, MS Office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USER  →  WEB APPLICATION  →  DJANGO BACKEND  →  POSTGRESQL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                         ↕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                 ADMIN / POLICE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4B87"/>
                </a:solidFill>
                <a:latin typeface="Aptos"/>
              </a:defRPr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527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User → Register / Login → Submit Complaint → Database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→ Admin Verification → Police Receives Complaint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→ Investigation / Action → Status Updated → User Tracks Complaint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</a:p>
          <a:p>
            <a:pPr>
              <a:spcAft>
                <a:spcPts val="800"/>
              </a:spcAft>
              <a:defRPr sz="2100" b="1">
                <a:solidFill>
                  <a:srgbClr val="194B87"/>
                </a:solidFill>
                <a:latin typeface="Aptos"/>
              </a:defRPr>
            </a:pPr>
            <a:r>
              <a:t>Main Actors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• User: submit and track complaints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• Admin: manage users, police stations, and complaints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• Police: view complaints and update case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4B87"/>
                </a:solidFill>
                <a:latin typeface="Aptos"/>
              </a:defRPr>
            </a:pPr>
            <a:r>
              <a:t>SYSTEM DESIGN &amp;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527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94B87"/>
                </a:solidFill>
                <a:latin typeface="Aptos"/>
              </a:defRPr>
            </a:pPr>
            <a:r>
              <a:t>Design Models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• Use Case Diagram  • Class Diagram  • Sequence Diagram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• Activity Diagram  • Deployment Diagram  • Object Diagram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</a:p>
          <a:p>
            <a:pPr>
              <a:spcAft>
                <a:spcPts val="800"/>
              </a:spcAft>
              <a:defRPr sz="2100" b="1">
                <a:solidFill>
                  <a:srgbClr val="194B87"/>
                </a:solidFill>
                <a:latin typeface="Aptos"/>
              </a:defRPr>
            </a:pPr>
            <a:r>
              <a:t>Algorithms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• Haversine Algorithm: finds the nearest police station using latitude/longitude.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• Complaint Sorting: prioritizes action_taken, investigating, then pending; newest first for equal status.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4B87"/>
                </a:solidFill>
                <a:latin typeface="Aptos"/>
              </a:defRPr>
            </a:pPr>
            <a:r>
              <a:t>IMPLEMENTATION &amp;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527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94B87"/>
                </a:solidFill>
                <a:latin typeface="Aptos"/>
              </a:defRPr>
            </a:pPr>
            <a:r>
              <a:t>Admin Module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• Dashboard • Police stations • Police users • Complaints • Permissions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</a:p>
          <a:p>
            <a:pPr>
              <a:spcAft>
                <a:spcPts val="800"/>
              </a:spcAft>
              <a:defRPr sz="2100" b="1">
                <a:solidFill>
                  <a:srgbClr val="194B87"/>
                </a:solidFill>
                <a:latin typeface="Aptos"/>
              </a:defRPr>
            </a:pPr>
            <a:r>
              <a:t>User Module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• Registration/login • File complaint • View history • Track status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</a:p>
          <a:p>
            <a:pPr>
              <a:spcAft>
                <a:spcPts val="800"/>
              </a:spcAft>
              <a:defRPr sz="2100" b="1">
                <a:solidFill>
                  <a:srgbClr val="194B87"/>
                </a:solidFill>
                <a:latin typeface="Aptos"/>
              </a:defRPr>
            </a:pPr>
            <a:r>
              <a:t>Police Module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• Registration/login • View complaints • Take action • Update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4B87"/>
                </a:solidFill>
                <a:latin typeface="Aptos"/>
              </a:defRPr>
            </a:pPr>
            <a:r>
              <a:t>TESTING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527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94B87"/>
                </a:solidFill>
                <a:latin typeface="Aptos"/>
              </a:defRPr>
            </a:pPr>
            <a:r>
              <a:t>Unit Testing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• Admin login • Police login • User registration • Validation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</a:p>
          <a:p>
            <a:pPr>
              <a:spcAft>
                <a:spcPts val="800"/>
              </a:spcAft>
              <a:defRPr sz="2100" b="1">
                <a:solidFill>
                  <a:srgbClr val="194B87"/>
                </a:solidFill>
                <a:latin typeface="Aptos"/>
              </a:defRPr>
            </a:pPr>
            <a:r>
              <a:t>System Testing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• Registration • Login • Crime reporting • Police station management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• Complaint management • Theme control</a:t>
            </a: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</a:p>
          <a:p>
            <a:pPr>
              <a:spcAft>
                <a:spcPts val="800"/>
              </a:spcAft>
              <a:defRPr sz="2100">
                <a:latin typeface="Aptos"/>
              </a:defRPr>
            </a:pPr>
            <a:r>
              <a:t>Documented test cases recorded PASS results for the tested scenarios.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4B87"/>
                </a:solidFill>
                <a:latin typeface="Aptos"/>
              </a:defRPr>
            </a:pPr>
            <a: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527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94B87"/>
                </a:solidFill>
                <a:latin typeface="Aptos"/>
              </a:defRPr>
            </a:pPr>
            <a:r>
              <a:t>Conclusion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• Provides an online platform for reporting and managing crime complaints.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• Reduces dependence on paper-based reporting.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• Enables complaint tracking and centralized management.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• Supports admin and police workflows.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194B87"/>
                </a:solidFill>
                <a:latin typeface="Aptos"/>
              </a:defRPr>
            </a:pPr>
            <a:r>
              <a:t>Future Scope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• WebRTC-based live meeting with police officers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• OTP verification for complaints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  <a:r>
              <a:t>• Advanced reporting and analytics</a:t>
            </a:r>
          </a:p>
          <a:p>
            <a:pPr>
              <a:spcAft>
                <a:spcPts val="800"/>
              </a:spcAft>
              <a:defRPr sz="1900">
                <a:latin typeface="Aptos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194B87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